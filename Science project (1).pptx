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Old Standard TT"/>
      <p:regular r:id="rId20"/>
      <p:bold r:id="rId21"/>
      <p: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22" Type="http://schemas.openxmlformats.org/officeDocument/2006/relationships/font" Target="fonts/OldStandardTT-italic.fntdata"/><Relationship Id="rId10" Type="http://schemas.openxmlformats.org/officeDocument/2006/relationships/slide" Target="slides/slide5.xml"/><Relationship Id="rId21" Type="http://schemas.openxmlformats.org/officeDocument/2006/relationships/font" Target="fonts/OldStandardT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6f90357f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6f9035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292c909b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292c909b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292c909b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292c909b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90357f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9035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292c909b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292c909b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292c909b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292c909b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INFINITY MODEL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7922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Shrinidhi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74950" y="-104075"/>
            <a:ext cx="4885500" cy="3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HTML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CSS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From 10/11/2025 to 22/11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0" y="-2004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sz="4800"/>
          </a:p>
        </p:txBody>
      </p:sp>
      <p:sp>
        <p:nvSpPr>
          <p:cNvPr id="71" name="Google Shape;71;p15"/>
          <p:cNvSpPr txBox="1"/>
          <p:nvPr/>
        </p:nvSpPr>
        <p:spPr>
          <a:xfrm>
            <a:off x="365500" y="1493425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is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1493425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What is HTML?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0" y="2126150"/>
            <a:ext cx="6971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HTML ie. Hyper text markup language is used to structure content on a web page.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0" y="2994125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It consists of Elements and Tags.</a:t>
            </a:r>
            <a:endParaRPr sz="18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0" y="3543500"/>
            <a:ext cx="697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Browser reads HTML to display web page</a:t>
            </a:r>
            <a:endParaRPr sz="1800">
              <a:solidFill>
                <a:schemeClr val="lt2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What is CSS?</a:t>
            </a:r>
            <a:endParaRPr sz="3000"/>
          </a:p>
        </p:txBody>
      </p:sp>
      <p:sp>
        <p:nvSpPr>
          <p:cNvPr id="81" name="Google Shape;81;p16"/>
          <p:cNvSpPr txBox="1"/>
          <p:nvPr/>
        </p:nvSpPr>
        <p:spPr>
          <a:xfrm>
            <a:off x="123625" y="1105925"/>
            <a:ext cx="69711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CSS = </a:t>
            </a:r>
            <a:r>
              <a:rPr b="1" lang="en" sz="1100">
                <a:solidFill>
                  <a:schemeClr val="dk1"/>
                </a:solidFill>
              </a:rPr>
              <a:t>Cascading Style Sheets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Used to </a:t>
            </a:r>
            <a:r>
              <a:rPr b="1" lang="en" sz="1100">
                <a:solidFill>
                  <a:schemeClr val="dk1"/>
                </a:solidFill>
              </a:rPr>
              <a:t>style and format HTML content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Separates </a:t>
            </a:r>
            <a:r>
              <a:rPr b="1" lang="en" sz="1100">
                <a:solidFill>
                  <a:schemeClr val="dk1"/>
                </a:solidFill>
              </a:rPr>
              <a:t>content (HTML)</a:t>
            </a:r>
            <a:r>
              <a:rPr lang="en" sz="1100">
                <a:solidFill>
                  <a:schemeClr val="dk1"/>
                </a:solidFill>
              </a:rPr>
              <a:t> from </a:t>
            </a:r>
            <a:r>
              <a:rPr b="1" lang="en" sz="1100">
                <a:solidFill>
                  <a:schemeClr val="dk1"/>
                </a:solidFill>
              </a:rPr>
              <a:t>presentation (CSS)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23625" y="2150750"/>
            <a:ext cx="54864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Controls </a:t>
            </a:r>
            <a:r>
              <a:rPr b="1" lang="en" sz="1100">
                <a:solidFill>
                  <a:schemeClr val="dk1"/>
                </a:solidFill>
              </a:rPr>
              <a:t>colors, fonts, layout, spacing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Makes web pages </a:t>
            </a:r>
            <a:r>
              <a:rPr b="1" lang="en" sz="1100">
                <a:solidFill>
                  <a:schemeClr val="dk1"/>
                </a:solidFill>
              </a:rPr>
              <a:t>attractive and responsive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Reusable styles across multiple pages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Works with HTML and JavaScript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75" y="1016525"/>
            <a:ext cx="5845475" cy="203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50" y="3202600"/>
            <a:ext cx="5970275" cy="9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535300" y="4278625"/>
            <a:ext cx="548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 day 1, Programme 1 was completed which helped us understand how to 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write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a basic self-introduction page using HTML.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75" y="1158701"/>
            <a:ext cx="4573324" cy="274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0125" y="1244400"/>
            <a:ext cx="3697925" cy="21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527675" y="4034800"/>
            <a:ext cx="54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Here, we understood how to align texts in center, right or left as perr our wish.</a:t>
            </a:r>
            <a:endParaRPr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30525" y="59790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Day 1</a:t>
            </a:r>
            <a:endParaRPr sz="18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9525" y="465250"/>
            <a:ext cx="2552700" cy="67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000" y="1282113"/>
            <a:ext cx="3021050" cy="257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100" y="886675"/>
            <a:ext cx="2164275" cy="2905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6088375" y="1969775"/>
            <a:ext cx="284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Here we learnt how to add colored headings.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/>
        </p:nvSpPr>
        <p:spPr>
          <a:xfrm>
            <a:off x="97150" y="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Day 1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0" y="461700"/>
            <a:ext cx="1210275" cy="34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3050" y="246450"/>
            <a:ext cx="1701700" cy="35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814750" y="784850"/>
            <a:ext cx="44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How to add ordered and unordered lists.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07625" cy="167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23075"/>
            <a:ext cx="3535675" cy="232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3869050" y="2156450"/>
            <a:ext cx="464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 can add images using the img src tag.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01075"/>
            <a:ext cx="3330426" cy="33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4135750" y="1779275"/>
            <a:ext cx="447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3678600" y="1163675"/>
            <a:ext cx="546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 experiment, we created a Personal Profile using hyperlink reference.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3806050" y="1810025"/>
            <a:ext cx="480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We used href tag to open an external website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experiment</a:t>
            </a:r>
            <a:endParaRPr/>
          </a:p>
        </p:txBody>
      </p:sp>
      <p:sp>
        <p:nvSpPr>
          <p:cNvPr id="136" name="Google Shape;136;p23"/>
          <p:cNvSpPr txBox="1"/>
          <p:nvPr/>
        </p:nvSpPr>
        <p:spPr>
          <a:xfrm>
            <a:off x="1139200" y="23240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Day 2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75" y="741725"/>
            <a:ext cx="6067425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75" y="1094150"/>
            <a:ext cx="3054734" cy="27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2475" y="1094150"/>
            <a:ext cx="2968950" cy="23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2225050" y="23240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Experiment 2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920125" y="89525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Day 2 Experiment 3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551223"/>
            <a:ext cx="4419602" cy="301115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5920750" y="737225"/>
            <a:ext cx="3242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Created Mumbai University Form to store the information about the students with tables using html.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986800" y="13715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Day 3 Experiment 4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525" y="598850"/>
            <a:ext cx="4616126" cy="334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6425" y="703625"/>
            <a:ext cx="3333750" cy="11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5"/>
          <p:cNvSpPr txBox="1"/>
          <p:nvPr/>
        </p:nvSpPr>
        <p:spPr>
          <a:xfrm>
            <a:off x="5675950" y="2204075"/>
            <a:ext cx="3194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Created a Menu using html and css. We used three methods ie. Inline CSS, Internal CSS and External CSS.</a:t>
            </a:r>
            <a:endParaRPr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learnt the basics of HTML and CSS through all these experiments. We became familiar with all the </a:t>
            </a:r>
            <a:r>
              <a:rPr lang="en"/>
              <a:t>elements</a:t>
            </a:r>
            <a:r>
              <a:rPr lang="en"/>
              <a:t>, tags used in HTML, structural tags such as &lt;!DOCTYPE html&gt;, &lt;title&gt;, &lt;body&gt; and content tags such as &lt;h1&gt;, &lt;p&gt;,&lt;img&gt;, &lt;ul&gt;,etc.</a:t>
            </a:r>
            <a:endParaRPr baseline="-2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